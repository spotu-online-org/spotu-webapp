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822960"/>
            <a:ext cx="2560320" cy="25603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383280"/>
            <a:ext cx="2011680" cy="20116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840480"/>
            <a:ext cx="1097280" cy="10972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spot publicitario ideal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794760" y="2788920"/>
            <a:ext cx="1554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que conecta anunciantes, espacios publicitarios y agencias de marketing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 ·  MVP en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publicidad fragmentada es un mercado roto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de encontrar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706624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restaurante en Monterrey tarda semanas buscando una pantalla LED. Llama, pregunta, negocia uno por uno.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572768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ociosa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2706624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del espacio tiene tiempo vacío que no sabe cómo llenar. Sin visibilidad, sin herramientas.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lugar central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2706624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de marketing tampoco tienen dónde ofrecer sus servicios ni encontrar espacios para sus clientes.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marketplace que conecte oferta y demanda de publicidad de forma simple.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 es el marketplace de publicidad de 3 lados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y empresas que buscan donde pautar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724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15468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Vallas, pantallas LED, podcasts, redes sociales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724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315468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 que conectan marcas con los mejores espacios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81528" y="3337560"/>
            <a:ext cx="30175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3337560"/>
            <a:ext cx="30175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pasos, sin complicaciones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61872" y="17465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Regístrate y elige tu 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21488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Anunciante, espacio publicitario o agencia de marketing.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13832" y="17465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o busca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21488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agencias publican. Anunciantes navegan el feed o publican una solicitud.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61872" y="33467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por WhatsApp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7490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abre WhatsApp o correo. Sin intermediarios ni tiempos de espera.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13832" y="33467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tus resultados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13832" y="37490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cuántas personas vieron tu publicacion y cuántas te contactaron.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ya está funcionando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autenticación (email + Google)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579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público con búsqueda y filtros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072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77977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 (trial, suscripciones, boost)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56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estadísticas por publicación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056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07822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y perfiles públicos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5361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14813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multi-paso con imágenes y tags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1854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579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1305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pioneros (1er año gratis)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8072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77977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transaccionales con Resend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4838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56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429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propio: spotu.online en Vercel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056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407822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automáticos (expiración pioneros)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oportunidad real y desatendida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OOH global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creciendo 5% anual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3756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digital LATAM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creciendo 15% anual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2648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· N. México · Florida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digital en crecimiento, ecosistema de agencias activo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de Mexico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empresarial, nearshoring, alta inversion publicitaria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USA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hispano 5.7M+, puente LATAM-USA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 mensual por publicacion activa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3566160" cy="2834640"/>
          </a:xfrm>
          <a:prstGeom prst="roundRect">
            <a:avLst>
              <a:gd name="adj" fmla="val 580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Anunciantes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 por publicacion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112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$2.99 boost semanal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572768"/>
            <a:ext cx="3566160" cy="2834640"/>
          </a:xfrm>
          <a:prstGeom prst="roundRect">
            <a:avLst>
              <a:gd name="adj" fmla="val 580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de Marketing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5120640" y="3127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 por publicacion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5112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$4.99 boost semanal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1ra publicacion: 30 dias gratis  ·  Pioneros (primeros 250 usuarios): 1 ano completamente gratis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SpotU y no la competencia?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17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1517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517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842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3 lados (anunciantes + espacios + agencias)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984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984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140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fisicos Y digitales en un solo lugar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4140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24140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8229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437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LATAM y mercado hispano USA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843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2843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735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por WhatsApp sin intermediarios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2735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32735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03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semantica con IA (Fase 2)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0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330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accesible para pequenas y medianas empresas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4133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133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498848"/>
            <a:ext cx="8229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5628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digitales integrados (Fase 2)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562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32320" y="4562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Multiplicador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son el motor de crecimiento del marketplace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47088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8745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agencia con 10 clientes = 10 anunciantes con un solo onboarding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42616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42616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26700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retencion: una agencia que opera en SpotU no migra facilmente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438144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38144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346557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Profesionalizan la demanda: campanas mejor estructuradas, mas valor para todos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233672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3367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426110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Agency ($9.99/mes) — ARPU 2x vs usuario basico, LTV objetivo &gt;$500 USD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TRACCION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funciona. Ahora a crecer.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359152"/>
            <a:ext cx="7086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produccion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activo con pagos, auth, feed y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2084832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100 usuarios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Colombia, Mexico y Florida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68112" y="2084832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2-3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contratos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82312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semantica con Claude API y contratos digitales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27264" y="208483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95744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MRR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41464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usuarios de pago activos en 3 mercados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 &lt; $70 USD/mes  ·  Break-even con solo 15 usuarios de pago  ·  Margen bruto &gt;85%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AHORA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timing es perfecto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Digitalizacion acelerada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negocios LATAM migran su presupuesto publicitario a digital. SpotU captura ese movimiento.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75564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73736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del nearshoring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atrae empresas que necesitan publicidad local. Nuevo presupuesto, sin plataforma donde gastarlo.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creadores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2219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Podcasters, influencers y webs quieren monetizar su audiencia. Son los espacios digitales de SpotU.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200400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38328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36499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hace el matching posible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82219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viable conectar oferta y demanda con busqueda semantica a bajo costo en toda LATAM.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730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731520"/>
            <a:ext cx="2286000" cy="22860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1828800" cy="1828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es real.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timing es ahora.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ejecucion lo decide todo.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91840" y="3063240"/>
            <a:ext cx="25603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  ·   admin@spotu.online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Emilio Castano Marin  ·  Fundador de SpotU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2026-04-27T16:33:27Z</dcterms:created>
  <dcterms:modified xsi:type="dcterms:W3CDTF">2026-04-27T16:33:27Z</dcterms:modified>
</cp:coreProperties>
</file>